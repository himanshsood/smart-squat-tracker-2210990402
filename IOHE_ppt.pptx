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82" r:id="rId13"/>
    <p:sldId id="283" r:id="rId14"/>
    <p:sldId id="277" r:id="rId15"/>
    <p:sldId id="278" r:id="rId16"/>
    <p:sldId id="279" r:id="rId17"/>
    <p:sldId id="280" r:id="rId18"/>
    <p:sldId id="268" r:id="rId19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/>
            <a:r>
              <a:rPr lang="en-US" sz="1800" b="1">
                <a:latin typeface="Times New Roman" panose="02020603050405020304"/>
              </a:rPr>
              <a:t>Project Presentation of Industry Oriented Hands on Experience (22CS422)</a:t>
            </a:r>
            <a:endParaRPr lang="en-US" sz="1800" b="1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On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3600" b="1">
                <a:latin typeface="Times New Roman" panose="02020603050405020304"/>
              </a:rPr>
              <a:t>SMART SQUAT TRACKER</a:t>
            </a:r>
            <a:endParaRPr lang="en-US" sz="3600" b="1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000">
                <a:latin typeface="Times New Roman" panose="02020603050405020304"/>
              </a:rPr>
              <a:t>Himansh Sood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2210990402</a:t>
            </a:r>
            <a:endParaRPr lang="en-US" sz="2000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000">
                <a:latin typeface="Times New Roman" panose="02020603050405020304"/>
              </a:rPr>
              <a:t>Supervised By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Mr. Ashish Kumar</a:t>
            </a:r>
            <a:endParaRPr lang="en-US" sz="2000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400">
                <a:latin typeface="Times New Roman" panose="02020603050405020304"/>
              </a:rPr>
              <a:t>Department of Computer Science and Engineering,</a:t>
            </a:r>
            <a:endParaRPr lang="en-US" sz="2400">
              <a:latin typeface="Times New Roman" panose="02020603050405020304"/>
            </a:endParaRPr>
          </a:p>
          <a:p>
            <a:pPr algn="ctr"/>
            <a:r>
              <a:rPr lang="en-US" sz="2400">
                <a:latin typeface="Times New Roman" panose="02020603050405020304"/>
              </a:rPr>
              <a:t>Chitkara University, Punjab</a:t>
            </a:r>
            <a:endParaRPr lang="en-US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Introduction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643" y="110910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FITASSIST is a browser-based AI fitness assistant that automatically counts squats in real time using a standard webcam.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Built as a 100% client-side React + Javascript web application - no backend required for the core fitness functionality.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Uses Google's MoveNet pose-estimation model (via TensorFlow.js with WebGL acceleration) to detect 17 body keypoints from the live video feed.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Provides instant visual feedback, rep counting, workout timing, and live calorie estimation, making home workouts measurable and motivating.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Problem Statement &amp; Objectives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Problem: Most home users perform squats without any feedback on count or posture, leading to incorrect form, missed reps, and reduced training effectiveness.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Existing gym-grade solutions require expensive wearables or external sensors that are not accessible to everyday users.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1: Build an accessible web app that counts squats accurately using only a webcam.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2: Provide real-time posture feedback (e.g., 'Keep your back straight').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3: Track workout time and estimated calories burned per session.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4: Deliver a clean, dark-themed, gym-style user interface with smooth animations.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Technology Stack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Frontend Framework: React 18 + TypeScript + Vite 5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Styling: Tailwind CSS v3 with custom HSL design tokens (dark theme + orange accents)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UI Components: shadcn/ui + Radix primitives + lucide-react icons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Pose Detection: TensorFlow.js (@tensorflow/tfjs) with WebGL backend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Model: MoveNet SinglePose Lightning (@tensorflow-models/pose-detection)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Routing &amp; State: React Router v6, Context API + useReducer for Auth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Camera Access: Native browser MediaDevices.getUserMedia API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HTTP Client: Axios (for optional authentication endpoints)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System Architecture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7768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wrap="none">
            <a:noAutofit/>
          </a:bodyPr>
          <a:lstStyle/>
          <a:p>
            <a:endParaRPr lang="en-US" sz="1100">
              <a:latin typeface="Courier New" panose="02070309020205020404"/>
            </a:endParaRPr>
          </a:p>
        </p:txBody>
      </p:sp>
      <p:pic>
        <p:nvPicPr>
          <p:cNvPr id="2" name="Picture 1" descr="ChatGPT Image May 19, 2026, 09_44_11 AM"/>
          <p:cNvPicPr>
            <a:picLocks noChangeAspect="1"/>
          </p:cNvPicPr>
          <p:nvPr/>
        </p:nvPicPr>
        <p:blipFill>
          <a:blip r:embed="rId1"/>
          <a:srcRect r="-764" b="8765"/>
          <a:stretch>
            <a:fillRect/>
          </a:stretch>
        </p:blipFill>
        <p:spPr>
          <a:xfrm>
            <a:off x="335915" y="1177290"/>
            <a:ext cx="7797165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16383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How One Rep is Counted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>
              <a:latin typeface="Times New Roman" panose="02020603050405020304"/>
            </a:endParaRPr>
          </a:p>
        </p:txBody>
      </p:sp>
      <p:pic>
        <p:nvPicPr>
          <p:cNvPr id="2" name="Picture 1" descr="ChatGPT Image May 19, 2026, 10_15_2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" y="884555"/>
            <a:ext cx="8016875" cy="5646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Squat State Machine – Flowchart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wrap="none">
            <a:noAutofit/>
          </a:bodyPr>
          <a:lstStyle/>
          <a:p>
            <a:endParaRPr lang="en-US" sz="1400">
              <a:latin typeface="Times New Roman" panose="02020603050405020304"/>
            </a:endParaRPr>
          </a:p>
        </p:txBody>
      </p:sp>
      <p:pic>
        <p:nvPicPr>
          <p:cNvPr id="2" name="Picture 1" descr="ChatGPT Image May 19, 2026, 10_25_4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0" y="928370"/>
            <a:ext cx="5664200" cy="566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Implementation – Key Modules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src/pages/Counter.tsx — Core component: camera setup, pose detection loop (requestAnimationFrame), angle calculation, FSM, canvas skeleton overlay, stats grid.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src/pages/Home.tsx — Landing page with feature highlights and CTA to start the counter.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src/pages/Login.tsx &amp; Register.tsx — Optional authentication screens (axios-based, ready for backend integration).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src/context/AuthContext.tsx — Centralized auth state via React useReducer (LOGIN_START / SUCCESS / FAILURE).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src/components/TopBar.tsx — Persistent navigation bar across routes.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src/index.css + tailwind.config.ts — Design system: HSL tokens, glass-morphism utilities, animations.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User Interface &amp; Features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Live webcam feed with pose skeleton drawn in real time on an HTML5 Canvas overlay.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Animated stat cards displaying: Reps, Workout Time (MM:SS), Calories Burned, and Live Feedback.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Posture feedback messages: ‘✅ Great form! Keep going!’ or ‘⚠️ Keep your back straight’.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One-click Reset button to start a new session instantly.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Cinematic dark theme: black background, orange (#FF6A00) accents, glass-morphism cards, smooth fade-up animations.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Fully responsive — works on laptops and tablets with a front-facing camera.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Unique Features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100% Client-Side AI - Entire pose detection and rep counting runs in the browser using TensorFlow.js — no backend, no cloud API calls.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Finite State Machine for Rep Logic - Uses a proper FSM with dual-threshold hysteresis to detect squat phases (Standing → Descending → Bottom → Ascending), not just a simple angle threshold.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Live Canvas Skeleton Overlay - Draws the 17-keypoint body skeleton in real time directly over the webcam feed using HTML5 Canvas.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Zero Hardware Dependency - Requires only a standard webcam - no wearables, sensors, or special equipment needed.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Posture Feedback in Real Time - Provides live coaching messages (e.g., "Keep your back straight") while the user is exercising.</a:t>
            </a:r>
            <a:endParaRPr lang="en-US" alt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Key Findings	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100% client-side AI pipeline — pose detection and rep counting run entirely in the browser using TensorFlow.js, with no backend or cloud dependency.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Finite State Machine (FSM) for rep logic — squat phases (Standing → Descending → Bottom → Ascending) are tracked using a structured state machine, not a simple angle cut-off.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Live skeleton overlay on HTML5 Canvas — all 17 MoveNet keypoints are drawn in real time directly over the webcam feed.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No wearables or sensors needed — works with any standard webcam, making it accessible to everyday home users.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Real-time posture feedback — live coaching messages like "Keep your back straight" are displayed while the user is actively exercising.</a:t>
            </a:r>
            <a:endParaRPr lang="en-US" alt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Results &amp; Performance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Achieved real-time inference at ~25–30 FPS on a standard laptop with integrated GPU (WebGL backend).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Squat counting accuracy observed ≥ 95% under good lighting and full-body camera framing.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Total model size ~ 4 MB (MoveNet Lightning) — loads in under 3 seconds on a typical broadband connection.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Zero server costs: entire inference pipeline runs in the user's browser — fully private, no video ever leaves the device.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Calorie estimate validated against the standard reference of ~0.32 kcal per body-weight squat.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Challenges &amp; Learnings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1: Initial implementation double-counted reps due to angle noise — solved by introducing dual-threshold hysteresis (100°/140°).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2: Keypoint jitter caused unstable skeleton — mitigated by filtering keypoints below confidence score 0.3.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3: TensorFlow.js initialization order — resolved by awaiting tf.ready() and explicit backend selection before loading the detector.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Learning: Deep practical exposure to client-side ML, real-time computer vision, FSM design, and modern React + Tailwind architecture.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Future Scope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Add support for additional exercises: push-ups, lunges, planks, bicep curls — each with its own angle-based FSM.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Persist workout history per user using Lovable Cloud (Supabase) — graphs of reps/calories over time.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Voice feedback using the Web Speech API for hands-free coaching during workouts.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Mobile app version using React Native + on-device TensorFlow Lite for true portability.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Personalized AI coach that adjusts thresholds based on user height, leg length, and fitness level.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Conclusion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FITASSIST successfully demonstrates how modern web technologies combined with on-device AI can deliver a privacy-friendly, accessible, and accurate fitness tracking experience.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The project integrates real-time computer vision (MoveNet), clean software architecture (React + TypeScript + Context API), and thoughtful UX (Tailwind dark theme) into a single cohesive product.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It serves as a strong foundation for a broader AI-powered fitness platform and validates the feasibility of in-browser pose estimation for everyday consumer applications.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6746</Words>
  <Application>WPS Presentation</Application>
  <PresentationFormat>On-screen Show (4:3)</PresentationFormat>
  <Paragraphs>141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Courier New</vt:lpstr>
      <vt:lpstr>Times New Roman</vt:lpstr>
      <vt:lpstr>Microsoft YaHei</vt:lpstr>
      <vt:lpstr>Arial Unicode MS</vt:lpstr>
      <vt:lpstr>DejaVu Sans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Himansh</cp:lastModifiedBy>
  <cp:revision>2302</cp:revision>
  <dcterms:created xsi:type="dcterms:W3CDTF">2010-04-09T07:36:00Z</dcterms:created>
  <dcterms:modified xsi:type="dcterms:W3CDTF">2026-05-19T07:04:28Z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1033-12.1.0.26372</vt:lpwstr>
  </property>
  <property fmtid="{D5CDD505-2E9C-101B-9397-08002B2CF9AE}" pid="15" name="ICV">
    <vt:lpwstr>A00E9612D32549CCAFC212AB96D0A83E_13</vt:lpwstr>
  </property>
</Properties>
</file>